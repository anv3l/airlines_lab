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12DDB-9B51-49CB-A6CB-C518E05CF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B5E8C6-C292-46E6-ABC4-F1C220F01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FCBDF-D0A2-4E69-ACAD-1059F01FA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86FEC-E39A-49AA-8080-65C69138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DF57A0-7125-45B5-9449-67E8AE56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69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7060C-31B4-4AAF-A614-E91F9AB5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9C713-8B38-464A-80AC-E026E2E3B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34844E-0439-46DA-850E-D4F83F94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36E895-949D-4735-9448-CED4E139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A153E7-AB87-4687-9C06-10534C32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74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9F372-A8BD-44D2-99D5-46AADC7AF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3E079E-3AE1-4FFB-9473-7C9052153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3A3B62-06C9-45E5-A727-B9784F3E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1B1FB9-7BA5-41E0-AE56-A681BC0B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6CD714-85B3-40F3-A355-7FA5B43E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79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29F22-8313-4D9B-9A2E-4CB3483B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075239-E832-464A-AB47-802893B9B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F68F81-5FAE-4766-B66E-F4719E6E4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4CBF5A-8728-4798-AD11-89A927F3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1AA1E0-C5BC-4CF6-B511-D709A961B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1596A3-4C51-4933-9BF4-A17238CB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63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E5AAE-AA50-482B-8984-334D860F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F0575F-72F7-4A0F-8C61-D59287BD5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367D87-8338-401A-ADC0-491F4FDCA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5455CE-9EDA-4A86-BEA9-996721B31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6E2CEA-1299-4892-AB57-A05BA9D5D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15E7D19-93A7-4187-BD58-0DCCF49B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68D4A1-741E-446F-A165-7287CFC4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CF52F1-7BDE-4104-A4AB-2EBC5066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39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509EA-1835-4CC2-BEEF-0248C8F1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F1D35B2-D623-4939-A08C-BA2654E5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8A5B36-87B6-4604-AA20-287DE2C2B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679628-0ED5-4CA6-BDFA-018665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82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06DDB6-D664-48DE-88E2-F95DD70F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59AD62-9648-4EA0-8C06-79E2F645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C3736E-A809-47DD-94E5-C2E7B2AB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263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164AC-DAD6-47F1-BFC8-0A7C3EE0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64899-DC59-4FF1-A6FE-B0FE89694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1D9E16-7878-4A3E-B833-5B934E7AF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0E0607-C466-490F-9997-98F5C7C2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6BB441-7B7F-4014-A152-9FEE6057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5B583B-9D4B-43F8-ACD7-448A2D5C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629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0323E-EA6B-4B9B-9051-CD3411E3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44ECEC8-5320-41A4-A9C2-BA9DFC69A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B18BC9-441D-4F30-8980-6668C641E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D7FB42-AFD6-45CA-92DF-04441892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1E0042-6F45-496F-ADB6-3FEE54D8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609F48-38D6-491E-B06A-112D387F8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62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A12A8-57DD-4DC7-86BA-ADAEA7A6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13A295-1006-4C57-9F60-17C54B626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96C6CC-8757-480C-A3DE-2E669D93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95CEC3-0992-4F97-BD26-61E70925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A21D5B-6E45-478F-A6CC-F4F389DA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60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384B97-F069-4AB1-B88C-0F52E87A4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A07FDF-E506-459D-8A66-6FCE0A780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4969FA-8657-4F9B-81CD-5037E87A1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43E14F-0333-4863-959A-8708ECBD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3A71B9-B528-4024-AB9E-53753FE3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0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3CE5D-1630-46EA-A6D2-08D7367A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F8F21C-C002-4790-90F3-E314ADEA3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9E6DF3-03D8-4CFC-992F-77FD64BF8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82E1F-7456-4382-AEBD-73F5EF94065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05D0BF-E833-409D-A204-59850364B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D8FD7F-7035-4A6C-8256-85487B2D3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7DD4-8C3B-4983-98B4-9EAB150720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02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5D13C-26BC-497E-812E-33E861D35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Название проекта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8B8CD7-C627-45BC-8B8D-A38334DCB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4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F7685-50BE-487C-8945-100C5396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799871-5810-4182-A767-80117F8C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06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440BF-BA2F-48E2-8185-A7A4AB40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Ключевое сообщение для аналитиков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C53DE8-D01A-448C-BF9E-426B6ECDE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965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D3986-3F66-4D2B-9164-13A1D1A93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10CDD4-4172-474D-A6EA-E526A22D3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Показать логику проекта, этапы разработки (</a:t>
            </a:r>
            <a:r>
              <a:rPr lang="ru-RU" dirty="0" err="1"/>
              <a:t>парсинг</a:t>
            </a:r>
            <a:r>
              <a:rPr lang="en-US" dirty="0"/>
              <a:t>, </a:t>
            </a:r>
            <a:r>
              <a:rPr lang="ru-RU" dirty="0"/>
              <a:t>нормализация данных, применение метрик</a:t>
            </a:r>
            <a:r>
              <a:rPr lang="en-US" dirty="0"/>
              <a:t>, </a:t>
            </a:r>
            <a:r>
              <a:rPr lang="ru-RU" dirty="0"/>
              <a:t>анализ результатов)</a:t>
            </a:r>
          </a:p>
        </p:txBody>
      </p:sp>
    </p:spTree>
    <p:extLst>
      <p:ext uri="{BB962C8B-B14F-4D97-AF65-F5344CB8AC3E}">
        <p14:creationId xmlns:p14="http://schemas.microsoft.com/office/powerpoint/2010/main" val="315537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CF5E9-4A5A-453D-8A16-28D2FBC0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и анализ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E921DD-4DB8-4713-9CD8-88A6DDA01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Какие метрики для нахождения шпиона использовали </a:t>
            </a:r>
          </a:p>
          <a:p>
            <a:r>
              <a:rPr lang="ru-RU" dirty="0"/>
              <a:t>Показ </a:t>
            </a:r>
            <a:r>
              <a:rPr lang="en-US" dirty="0"/>
              <a:t>ROC-</a:t>
            </a:r>
            <a:r>
              <a:rPr lang="ru-RU" dirty="0"/>
              <a:t>кривых, если будут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981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E69386-3BC1-4BA5-A763-A5F98F231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913959-709A-4FA9-B2DB-6F065F130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Рекомендации, как в дальнейшем стоит развивать модель </a:t>
            </a:r>
          </a:p>
          <a:p>
            <a:r>
              <a:rPr lang="ru-RU" dirty="0"/>
              <a:t>Рекомендации по </a:t>
            </a:r>
            <a:r>
              <a:rPr lang="en-US" dirty="0"/>
              <a:t>production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73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FF44E-5534-48A6-B104-B7F3B132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F2AABB-2ECF-44F9-B8B3-EFA7036F0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Состав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23434061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62</Words>
  <Application>Microsoft Office PowerPoint</Application>
  <PresentationFormat>Широкоэкранный</PresentationFormat>
  <Paragraphs>13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Название проекта</vt:lpstr>
      <vt:lpstr>Цели проекта</vt:lpstr>
      <vt:lpstr>Ключевое сообщение для аналитиков</vt:lpstr>
      <vt:lpstr>Описание модели</vt:lpstr>
      <vt:lpstr>Метрики и анализ результатов</vt:lpstr>
      <vt:lpstr>Развитие проекта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Irina Rubleva</dc:creator>
  <cp:lastModifiedBy>Irina Rubleva</cp:lastModifiedBy>
  <cp:revision>5</cp:revision>
  <dcterms:created xsi:type="dcterms:W3CDTF">2026-10-19T12:02:37Z</dcterms:created>
  <dcterms:modified xsi:type="dcterms:W3CDTF">2026-10-19T14:00:45Z</dcterms:modified>
</cp:coreProperties>
</file>